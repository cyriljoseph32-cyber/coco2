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B353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926080"/>
            <a:ext cx="1828800" cy="1828800"/>
          </a:xfrm>
          <a:prstGeom prst="ellipse">
            <a:avLst/>
          </a:prstGeom>
          <a:solidFill>
            <a:srgbClr val="0B3535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COCO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8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SAMUI CONCIERGE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926080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33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L'île dans la poche.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457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commerciale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concierge IA local,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et disponible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24h/24 pour vos clients.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27432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6576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sec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6344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3657600"/>
            <a:ext cx="1828800" cy="749808"/>
          </a:xfrm>
          <a:prstGeom prst="rect">
            <a:avLst/>
          </a:prstGeom>
          <a:solidFill>
            <a:srgbClr val="0B3535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14j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2084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gratuit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Cyril · +66 633 753 316 · coco@coconutprojects.com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défi de votre hôtel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vivent vos clients aujourd'hui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réponse la nuit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 posent des questions à 23h, 2h, 4h du matin. Ils n'obtiennent rien jusqu'au lendemain.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7043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65192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des langues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russes, allemands, suédois, français. Combien partent sans avoir été vraiment accompagnés 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6207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répétitives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équipes répondent 20x/jour aux mêmes questions sur les transports, les restaurants et les activités.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86207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862072"/>
            <a:ext cx="54864" cy="150876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65192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manquées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client non orienté = vente de spa ou excursion qui ne se fait pas. Pertes directes sur votre CA.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concierge IA local.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85800"/>
          </a:xfrm>
          <a:prstGeom prst="rect">
            <a:avLst/>
          </a:prstGeom>
          <a:solidFill>
            <a:srgbClr val="1B6B6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98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répond à vos clients en 2 secondes, dans leur langue, avec de vraies recommandations locales — à 3h du matin comme à 15h.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633472" cy="246888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· EN · RU · DE · SV · ZH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12848"/>
            <a:ext cx="2633472" cy="246888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0128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Temps réel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Propulsé par Claude (Anthropic)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contextuelles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12848"/>
            <a:ext cx="2633472" cy="246888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44768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4768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hôtel d'abord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spa, resto et services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recommandation prioritaire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Coco fait pour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24h/24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absent, jamais en congé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intégrée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adaptées au temps du jour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voyageur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Mémorise le profil sur toute la session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mensuel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et conversions trackés pour vous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lignes de code, installation en 1h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603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nom et vos couleurs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91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local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chaque mois par un expert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7889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2898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optionnel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sur votre numéro business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Intégration en 3 étapes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concierge IA en ligne en moins d'une heure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640080" cy="640080"/>
          </a:xfrm>
          <a:prstGeom prst="ellipse">
            <a:avLst/>
          </a:prstGeom>
          <a:solidFill>
            <a:srgbClr val="E872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170432"/>
            <a:ext cx="7498080" cy="105156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261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configure Coco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636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personnalisons Coco avec votre identité : nom de l'hôtel, couleurs, services à mettre en avant (spa, restaurant, activités).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1280160"/>
            <a:ext cx="1188720" cy="256032"/>
          </a:xfrm>
          <a:prstGeom prst="rect">
            <a:avLst/>
          </a:prstGeom>
          <a:solidFill>
            <a:srgbClr val="E8724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· 30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640080" cy="640080"/>
          </a:xfrm>
          <a:prstGeom prst="ellipse">
            <a:avLst/>
          </a:prstGeom>
          <a:solidFill>
            <a:srgbClr val="E872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2404872"/>
            <a:ext cx="7498080" cy="105156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2496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intégrez le widget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lignes de JavaScript sur votre site. Compatible tous CMS (WordPress, Wix, Booking Engine). Nous pouvons le faire pour vous.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2514600"/>
            <a:ext cx="1188720" cy="256032"/>
          </a:xfrm>
          <a:prstGeom prst="rect">
            <a:avLst/>
          </a:prstGeom>
          <a:solidFill>
            <a:srgbClr val="E8724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514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· 30 min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639312"/>
            <a:ext cx="640080" cy="640080"/>
          </a:xfrm>
          <a:prstGeom prst="ellipse">
            <a:avLst/>
          </a:prstGeom>
          <a:solidFill>
            <a:srgbClr val="E8724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88720" y="3639312"/>
            <a:ext cx="7498080" cy="105156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730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 sont servis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0325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répond immédiatement en détectant la langue du client. Vous recevez un rapport mensuel des leads générés.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3749040"/>
            <a:ext cx="1188720" cy="256032"/>
          </a:xfrm>
          <a:prstGeom prst="rect">
            <a:avLst/>
          </a:prstGeom>
          <a:solidFill>
            <a:srgbClr val="E8724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 lendemain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Tarifs clairs · Sans surprise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 d'essai gratuit · Sans engagement · Annulable à tout moment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43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2 500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" y="22037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THB/mois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496312"/>
            <a:ext cx="2423160" cy="0"/>
          </a:xfrm>
          <a:prstGeom prst="line">
            <a:avLst/>
          </a:prstGeom>
          <a:noFill/>
          <a:ln w="9525">
            <a:solidFill>
              <a:srgbClr val="E0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660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Widget FR + 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0083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 de données Samui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Météo temps réel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Mises à jour mensuelles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4050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email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4443984"/>
            <a:ext cx="2423160" cy="347472"/>
          </a:xfrm>
          <a:prstGeom prst="rect">
            <a:avLst/>
          </a:prstGeom>
          <a:solidFill>
            <a:srgbClr val="E8C97A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4443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14 jours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078992"/>
            <a:ext cx="2743200" cy="3840480"/>
          </a:xfrm>
          <a:prstGeom prst="rect">
            <a:avLst/>
          </a:prstGeom>
          <a:solidFill>
            <a:srgbClr val="0B3535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78992"/>
            <a:ext cx="2743200" cy="54864"/>
          </a:xfrm>
          <a:prstGeom prst="rect">
            <a:avLst/>
          </a:prstGeom>
          <a:solidFill>
            <a:srgbClr val="1B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1243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64992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4 500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64992" y="22037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THB/mois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64992" y="2496312"/>
            <a:ext cx="2423160" cy="0"/>
          </a:xfrm>
          <a:prstGeom prst="line">
            <a:avLst/>
          </a:prstGeom>
          <a:noFill/>
          <a:ln w="9525">
            <a:solidFill>
              <a:srgbClr val="2A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660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Starter 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30083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langues complètes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Co-branding personnalisé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Rapport leads mensuel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4050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WhatsApp prioritaire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4443984"/>
            <a:ext cx="2423160" cy="347472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4443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plus populaire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107899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078992"/>
            <a:ext cx="27432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12435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45352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8 000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245352" y="22037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THB/mois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45352" y="2496312"/>
            <a:ext cx="2423160" cy="0"/>
          </a:xfrm>
          <a:prstGeom prst="line">
            <a:avLst/>
          </a:prstGeom>
          <a:noFill/>
          <a:ln w="9525">
            <a:solidFill>
              <a:srgbClr val="E0D5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660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Partner 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45352" y="30083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Business intégré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4535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 codes chambre inclus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45352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analytics live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45352" y="4050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dédié 7j/7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45352" y="4443984"/>
            <a:ext cx="2423160" cy="347472"/>
          </a:xfrm>
          <a:prstGeom prst="rect">
            <a:avLst/>
          </a:prstGeom>
          <a:solidFill>
            <a:srgbClr val="E8724A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245352" y="4443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contacter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 sur investissement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Coco génère concrètement pour votre établissement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supplémentaires par mois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spa &amp; restaurant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170432"/>
            <a:ext cx="2011680" cy="5486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questions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répétitives pour vos équipes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haute saison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170432"/>
            <a:ext cx="201168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0916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nuit, le week-end,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jours fériés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170432"/>
            <a:ext cx="2011680" cy="2560320"/>
          </a:xfrm>
          <a:prstGeom prst="rect">
            <a:avLst/>
          </a:prstGeom>
          <a:solidFill>
            <a:srgbClr val="1B6B6B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170432"/>
            <a:ext cx="2011680" cy="54864"/>
          </a:xfrm>
          <a:prstGeom prst="rect">
            <a:avLst/>
          </a:prstGeom>
          <a:solidFill>
            <a:srgbClr val="7BB5B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98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B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85800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 pour vos clients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russes, européens, asiatiques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B6B6B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931920"/>
            <a:ext cx="0" cy="1005840"/>
          </a:xfrm>
          <a:prstGeom prst="line">
            <a:avLst/>
          </a:prstGeom>
          <a:noFill/>
          <a:ln w="38100">
            <a:solidFill>
              <a:srgbClr val="E87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416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3 semaines, Coco a généré 40+ réservations trackées vers notre spa et restaurant. Le ROI a été immédiat."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45537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Théodore K. · Directeur, Boutique Resort Bophut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6B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B6B6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502920"/>
            <a:ext cx="6400800" cy="4160520"/>
          </a:xfrm>
          <a:prstGeom prst="rect">
            <a:avLst/>
          </a:prstGeom>
          <a:solidFill>
            <a:srgbClr val="1B6B6B">
              <a:alpha val="80000"/>
            </a:srgbClr>
          </a:solidFill>
          <a:ln/>
          <a:effectLst>
            <a:outerShdw sx="100000" sy="100000" kx="0" ky="0" algn="bl" rotWithShape="0" blurRad="2540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0" y="685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08760" y="13258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 à offrir une île entière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vos clients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en 15 min · Installation en 1h · 14 jours gratuits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724912"/>
            <a:ext cx="3200400" cy="502920"/>
          </a:xfrm>
          <a:prstGeom prst="rect">
            <a:avLst/>
          </a:prstGeom>
          <a:solidFill>
            <a:srgbClr val="E8724A"/>
          </a:solidFill>
          <a:ln/>
          <a:effectLst>
            <a:outerShdw sx="100000" sy="100000" kx="0" ky="0" algn="bl" rotWithShape="0" blurRad="177800" dist="50800" dir="8100000">
              <a:srgbClr val="E8724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une démo gratuite 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+66 633 753 316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coco@coconutprojects.com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coco-samui.com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08760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Essai 14 jours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44952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44952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Sans engagement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81144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81144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 WhatsApp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17336" y="4023360"/>
            <a:ext cx="1417320" cy="274320"/>
          </a:xfrm>
          <a:prstGeom prst="rect">
            <a:avLst/>
          </a:prstGeom>
          <a:solidFill>
            <a:srgbClr val="0B3535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4023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Installation incluse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· Samui Concierge AI · © 2026 Coconut Projects · Koh Samui, Thailand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 · Samui Concierge AI</dc:title>
  <dc:subject>PptxGenJS Presentation</dc:subject>
  <dc:creator>PptxGenJS</dc:creator>
  <cp:lastModifiedBy>PptxGenJS</cp:lastModifiedBy>
  <cp:revision>1</cp:revision>
  <dcterms:created xsi:type="dcterms:W3CDTF">2026-06-03T00:23:47Z</dcterms:created>
  <dcterms:modified xsi:type="dcterms:W3CDTF">2026-06-03T00:23:47Z</dcterms:modified>
</cp:coreProperties>
</file>