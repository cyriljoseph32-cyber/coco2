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B6B6B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B353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2926080"/>
            <a:ext cx="1828800" cy="1828800"/>
          </a:xfrm>
          <a:prstGeom prst="ellipse">
            <a:avLst/>
          </a:prstGeom>
          <a:solidFill>
            <a:srgbClr val="0B3535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COCO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8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SAMUI CONCIERGE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2926080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334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island in your pocket.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457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Proposal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9601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AI concierge,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and available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for your guests.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1828800" cy="749808"/>
          </a:xfrm>
          <a:prstGeom prst="rect">
            <a:avLst/>
          </a:prstGeom>
          <a:solidFill>
            <a:srgbClr val="0B3535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2743200"/>
            <a:ext cx="1828800" cy="749808"/>
          </a:xfrm>
          <a:prstGeom prst="rect">
            <a:avLst/>
          </a:prstGeom>
          <a:solidFill>
            <a:srgbClr val="0B3535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20840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657600"/>
            <a:ext cx="1828800" cy="749808"/>
          </a:xfrm>
          <a:prstGeom prst="rect">
            <a:avLst/>
          </a:prstGeom>
          <a:solidFill>
            <a:srgbClr val="0B3535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sec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6344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20840" y="3657600"/>
            <a:ext cx="1828800" cy="749808"/>
          </a:xfrm>
          <a:prstGeom prst="rect">
            <a:avLst/>
          </a:prstGeom>
          <a:solidFill>
            <a:srgbClr val="0B3535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208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72084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Cyril · +66 633 753 316 · coco@coconutprojects.com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hotel's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guests experience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54864" cy="150876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at night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ask questions at 11pm, 2am, 4am. They receive nothing until the next morning — and may book elsewhere.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70432"/>
            <a:ext cx="54864" cy="150876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65192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Russian, German, Swedish, French guests. How many leave without being truly guided through your services?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6207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62072"/>
            <a:ext cx="54864" cy="150876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0352" y="3374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questions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answers the same questions 20x/day about transport, restaurants and activities. Time wasted.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86207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862072"/>
            <a:ext cx="54864" cy="150876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65192" y="3374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opportunities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unguided guest = spa or excursion booking that doesn't happen. Direct losses on your revenue.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local AI concierge.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85800"/>
          </a:xfrm>
          <a:prstGeom prst="rect">
            <a:avLst/>
          </a:prstGeom>
          <a:solidFill>
            <a:srgbClr val="1B6B6B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898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answers your guests in 2 seconds, in their language, with genuine local recommendations — at 3am just as at 3pm.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2633472" cy="2468880"/>
          </a:xfrm>
          <a:prstGeom prst="rect">
            <a:avLst/>
          </a:prstGeom>
          <a:solidFill>
            <a:srgbClr val="1B6B6B">
              <a:alpha val="8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· EN · RU · DE · SV · ZH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language 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212848"/>
            <a:ext cx="2633472" cy="2468880"/>
          </a:xfrm>
          <a:prstGeom prst="rect">
            <a:avLst/>
          </a:prstGeom>
          <a:solidFill>
            <a:srgbClr val="1B6B6B">
              <a:alpha val="8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0128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10128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0128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(Anthropic)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Contextual, accurate responses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212848"/>
            <a:ext cx="2633472" cy="2468880"/>
          </a:xfrm>
          <a:prstGeom prst="rect">
            <a:avLst/>
          </a:prstGeom>
          <a:solidFill>
            <a:srgbClr val="1B6B6B">
              <a:alpha val="8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44768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🏨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44768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hotel first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4768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spa, restaurant &amp; services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as a priority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6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Coco does for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absent, never on leave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🌤️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adapted to today's conditions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profile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preferences throughout the session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leads and conversions for you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898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&amp; Play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lines of code, live in 1 hour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7889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2898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5603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6032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your colors, your identity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7889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898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091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0916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monthly by a Samui-based expert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7889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2898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580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option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your business number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in 3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concierge live in under one hour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640080" cy="640080"/>
          </a:xfrm>
          <a:prstGeom prst="ellipse">
            <a:avLst/>
          </a:prstGeom>
          <a:solidFill>
            <a:srgbClr val="E872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170432"/>
            <a:ext cx="7498080" cy="105156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2618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configure Coco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6362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personalise Coco with your identity: hotel name, colors, priority services (spa, restaurant, activities, excursions).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0" y="1280160"/>
            <a:ext cx="1188720" cy="256032"/>
          </a:xfrm>
          <a:prstGeom prst="rect">
            <a:avLst/>
          </a:prstGeom>
          <a:solidFill>
            <a:srgbClr val="E8724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30 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640080" cy="640080"/>
          </a:xfrm>
          <a:prstGeom prst="ellipse">
            <a:avLst/>
          </a:prstGeom>
          <a:solidFill>
            <a:srgbClr val="E8724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88720" y="2404872"/>
            <a:ext cx="7498080" cy="105156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2496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embed the widget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9806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lines of JavaScript on your website. Compatible with all CMS (WordPress, Wix, booking engines). We can do it for you.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0" y="2514600"/>
            <a:ext cx="1188720" cy="256032"/>
          </a:xfrm>
          <a:prstGeom prst="rect">
            <a:avLst/>
          </a:prstGeom>
          <a:solidFill>
            <a:srgbClr val="E8724A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514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30 min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639312"/>
            <a:ext cx="640080" cy="640080"/>
          </a:xfrm>
          <a:prstGeom prst="ellipse">
            <a:avLst/>
          </a:prstGeom>
          <a:solidFill>
            <a:srgbClr val="E8724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39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88720" y="3639312"/>
            <a:ext cx="7498080" cy="105156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7307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guests are served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0325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responds instantly by detecting the guest's language. You receive a monthly report of leads generated.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3749040"/>
            <a:ext cx="1188720" cy="256032"/>
          </a:xfrm>
          <a:prstGeom prst="rect">
            <a:avLst/>
          </a:prstGeom>
          <a:solidFill>
            <a:srgbClr val="E8724A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3749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pricing · No surprises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· No commitment · Cancel anytime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743200" cy="5486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2435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673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4632" y="22037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THB/month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2496312"/>
            <a:ext cx="2423160" cy="0"/>
          </a:xfrm>
          <a:prstGeom prst="line">
            <a:avLst/>
          </a:prstGeom>
          <a:noFill/>
          <a:ln w="9525">
            <a:solidFill>
              <a:srgbClr val="E0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6609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Widget EN + FR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0083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Samui database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weather integration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content updates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4050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4443984"/>
            <a:ext cx="2423160" cy="347472"/>
          </a:xfrm>
          <a:prstGeom prst="rect">
            <a:avLst/>
          </a:prstGeom>
          <a:solidFill>
            <a:srgbClr val="E8C97A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44439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078992"/>
            <a:ext cx="2743200" cy="3840480"/>
          </a:xfrm>
          <a:prstGeom prst="rect">
            <a:avLst/>
          </a:prstGeom>
          <a:solidFill>
            <a:srgbClr val="0B3535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78992"/>
            <a:ext cx="2743200" cy="54864"/>
          </a:xfrm>
          <a:prstGeom prst="rect">
            <a:avLst/>
          </a:prstGeom>
          <a:solidFill>
            <a:srgbClr val="1B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3364992" y="12435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64992" y="1673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364992" y="22037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THB/month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64992" y="2496312"/>
            <a:ext cx="2423160" cy="0"/>
          </a:xfrm>
          <a:prstGeom prst="line">
            <a:avLst/>
          </a:prstGeom>
          <a:noFill/>
          <a:ln w="9525">
            <a:solidFill>
              <a:srgbClr val="2A66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6609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Starter 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4992" y="30083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full languages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4992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co-branding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64992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leads report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64992" y="4050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WhatsApp support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4443984"/>
            <a:ext cx="2423160" cy="347472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44439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Most popular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1078992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078992"/>
            <a:ext cx="274320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33" name="Text 31"/>
          <p:cNvSpPr/>
          <p:nvPr/>
        </p:nvSpPr>
        <p:spPr>
          <a:xfrm>
            <a:off x="6245352" y="12435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45352" y="1673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8,000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245352" y="22037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THB/month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45352" y="2496312"/>
            <a:ext cx="2423160" cy="0"/>
          </a:xfrm>
          <a:prstGeom prst="line">
            <a:avLst/>
          </a:prstGeom>
          <a:noFill/>
          <a:ln w="9525">
            <a:solidFill>
              <a:srgbClr val="E0D5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26609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Partner 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45352" y="30083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Business integration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45352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In-room QR codes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45352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analytics dashboard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45352" y="4050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7/7 support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45352" y="4443984"/>
            <a:ext cx="2423160" cy="347472"/>
          </a:xfrm>
          <a:prstGeom prst="rect">
            <a:avLst/>
          </a:prstGeom>
          <a:solidFill>
            <a:srgbClr val="E8724A">
              <a:alpha val="8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245352" y="44439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on 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Coco concretely generates for your property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11680" cy="256032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70432"/>
            <a:ext cx="201168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98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per month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spa &amp; restaurant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170432"/>
            <a:ext cx="2011680" cy="256032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1170432"/>
            <a:ext cx="2011680" cy="5486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98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6032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repetitive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your team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peak season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170432"/>
            <a:ext cx="2011680" cy="256032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1170432"/>
            <a:ext cx="201168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298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70916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nights, weekends,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170432"/>
            <a:ext cx="2011680" cy="256032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1170432"/>
            <a:ext cx="2011680" cy="54864"/>
          </a:xfrm>
          <a:prstGeom prst="rect">
            <a:avLst/>
          </a:prstGeom>
          <a:solidFill>
            <a:srgbClr val="7BB5B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98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BB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85800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for Russian,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&amp; Asian guests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1B6B6B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931920"/>
            <a:ext cx="0" cy="1005840"/>
          </a:xfrm>
          <a:prstGeom prst="line">
            <a:avLst/>
          </a:prstGeom>
          <a:noFill/>
          <a:ln w="38100">
            <a:solidFill>
              <a:srgbClr val="E87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416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8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"Within 3 weeks, Coco generated 40+ tracked bookings to our spa and restaurant. The ROI was immediate."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" y="45537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Theodore K. · Director, Boutique Resort Bophut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6B6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B6B6B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502920"/>
            <a:ext cx="6400800" cy="4160520"/>
          </a:xfrm>
          <a:prstGeom prst="rect">
            <a:avLst/>
          </a:prstGeom>
          <a:solidFill>
            <a:srgbClr val="1B6B6B">
              <a:alpha val="80000"/>
            </a:srgbClr>
          </a:solidFill>
          <a:ln/>
          <a:effectLst>
            <a:outerShdw sx="100000" sy="100000" kx="0" ky="0" algn="bl" rotWithShape="0" blurRad="254000" dist="762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0" y="685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08760" y="13258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offer an entire island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your guests?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demo · Live in 1 hour · 14 days free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2724912"/>
            <a:ext cx="3200400" cy="502920"/>
          </a:xfrm>
          <a:prstGeom prst="rect">
            <a:avLst/>
          </a:prstGeom>
          <a:solidFill>
            <a:srgbClr val="E8724A"/>
          </a:solidFill>
          <a:ln/>
          <a:effectLst>
            <a:outerShdw sx="100000" sy="100000" kx="0" ky="0" algn="bl" rotWithShape="0" blurRad="177800" dist="50800" dir="8100000">
              <a:srgbClr val="E8724A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1800" y="27249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free demo 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+66 633 753 316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coco@coconutprojects.com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coco-samui.com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08760" y="4023360"/>
            <a:ext cx="1417320" cy="274320"/>
          </a:xfrm>
          <a:prstGeom prst="rect">
            <a:avLst/>
          </a:prstGeom>
          <a:solidFill>
            <a:srgbClr val="0B3535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023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14-day free trial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44952" y="4023360"/>
            <a:ext cx="1417320" cy="274320"/>
          </a:xfrm>
          <a:prstGeom prst="rect">
            <a:avLst/>
          </a:prstGeom>
          <a:solidFill>
            <a:srgbClr val="0B3535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044952" y="4023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commitment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81144" y="4023360"/>
            <a:ext cx="1417320" cy="274320"/>
          </a:xfrm>
          <a:prstGeom prst="rect">
            <a:avLst/>
          </a:prstGeom>
          <a:solidFill>
            <a:srgbClr val="0B3535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81144" y="4023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WhatsApp support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17336" y="4023360"/>
            <a:ext cx="1417320" cy="274320"/>
          </a:xfrm>
          <a:prstGeom prst="rect">
            <a:avLst/>
          </a:prstGeom>
          <a:solidFill>
            <a:srgbClr val="0B3535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17336" y="4023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Setup included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 · © 2026 Coconut Projects · Koh Samui, Thailand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 · Samui Concierge AI</dc:title>
  <dc:subject>PptxGenJS Presentation</dc:subject>
  <dc:creator>PptxGenJS</dc:creator>
  <cp:lastModifiedBy>PptxGenJS</cp:lastModifiedBy>
  <cp:revision>1</cp:revision>
  <dcterms:created xsi:type="dcterms:W3CDTF">2026-06-03T11:07:35Z</dcterms:created>
  <dcterms:modified xsi:type="dcterms:W3CDTF">2026-06-03T11:07:35Z</dcterms:modified>
</cp:coreProperties>
</file>